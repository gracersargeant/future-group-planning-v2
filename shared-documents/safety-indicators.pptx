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60" r:id="rId3"/>
    <p:sldId id="257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7E9E"/>
    <a:srgbClr val="74ACDB"/>
    <a:srgbClr val="F1EBE7"/>
    <a:srgbClr val="5B9ED3"/>
    <a:srgbClr val="89B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BAE18-D017-4CA6-95DD-D232D3A7D67D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5DD4F-9299-464E-8345-AE5EC11458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37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3CF2-448C-494E-A991-5E3D3C527F4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109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733C-4827-63D1-FE78-F589008B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70C1D-1983-B281-2418-86DBCA629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E1D45-4779-73AE-0997-98D36D490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DEF2-CE97-7EB4-7B63-A5A1998FF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3CF2-448C-494E-A991-5E3D3C527F45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5854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59D12-EADE-2C84-EED5-3DF4F536F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B171B-2F26-8A3E-D39F-384E3D9E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268FF-D618-F366-FC75-0EC9C4D7B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F2019-4861-4742-92B0-3F4631D13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03CF2-448C-494E-A991-5E3D3C527F4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906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9C0C-E9DB-DD7E-06AC-6358CA8B7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8FF93-0BC4-5094-0BFD-8A7AE0FC9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8BB35-7FD4-2F2B-88D2-9E6BDFF5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F8B2A-B2B3-CAD5-5528-8C992C80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4C967-A68F-112F-A3E0-F9FD4780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960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71D0-CE60-3061-C3BA-4DEBBE37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D464-716B-C708-6F0C-17DD34899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C0C29-0802-E636-B1E3-A7B6A832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8FF6F-F145-FBB0-C262-26A1BD67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37761-FBE3-9922-DA68-1F9C8F36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02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D604-2719-631F-8E47-17B5C7B2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2901A-E5A0-1816-EB68-7F209D127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D9B66-45F7-731E-6340-EB0DE7C3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517E-41CE-85F1-A74D-DAC57A21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804E8-6B1F-7CF7-F5D0-4FB445CF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8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0CBD-87E6-63C6-8207-077584B4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4DD59-A71C-9408-B4F0-5E99BFFC1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56067-03BC-1C7B-093F-2198860E0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0881-00F7-34A4-BB3B-7E39B941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77343-17BC-822B-8107-F257B3BD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65EC0-C566-10B5-3FEA-58342415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08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81A9-36A9-07C7-3129-3465B4F8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F9AF3-F99E-83B9-3850-165293120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DFC13-9164-8666-33AF-5CD6F14C4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A101D-4C16-FD55-4F97-6D92BB43D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EC26D-8491-69CC-C21B-9E929A108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E1508-8603-7876-1660-88A4B72E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485DD-25E6-C50D-DFAF-997ADBD3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E52ACA-65E2-9C7D-5398-20A7B3D6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8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E9EF-9140-82D0-E2B7-A3D31AD1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C1C02-A1CE-3A1F-50BE-B790C006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ADD1F-6026-AA86-97F9-34569C64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0E66D-C594-9B16-4D32-E9ABB738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4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8340E-6556-AC04-D3D2-5E343008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256A8-5C10-3CC2-4CC1-88F83903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18438-5591-7408-3531-CA6D4231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34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038C-11A2-183A-857F-2C60A0AD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D48E-2BED-6E71-F99C-52F4D219E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DF8C-EF77-118A-BF50-B9630CB83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14736-0655-B600-BB45-0B50F2453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4FCDA-BA71-43F8-02B9-7FFBC42D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C758A-F019-98FA-9EA7-2549CF2C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279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9A6F-F0D5-7BF6-83F3-E4C94AAC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79DDC-2570-9726-7CA9-6EA4F192F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F0B5E-8499-DF78-2B9C-1578F09FB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4B836-9D80-1BBA-427B-1FE453C7A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51B2B-DCD8-F932-65B8-7C32B583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C0445-DE9C-11DF-6DB9-88554A8A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11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A39D-593F-4C82-FD54-D28DE120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5792A-845A-6D8E-35AC-A344B9B5C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45F8D-9A51-0D69-E367-FFCA841B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B189E-FB5B-0BFF-8528-E8DCED44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54DC-3FBD-9A1E-2791-94FF4469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45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707A6-CD0F-1D25-0B7B-F73EF67A8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DE6D1-DB3F-941B-39C2-BA004D892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9D8DC-3F40-98CF-7745-FD981CC0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2361B-25D2-EECC-85C3-B08E5D7F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216D9-6C34-B249-7467-231949F6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21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4988C-E3A7-A579-1192-B7B5315D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83327-FFA3-365C-3448-5EBFA7E6F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F4C5D-DDC4-628C-2E9B-094614E78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59A47-A6D8-4E3D-AC5E-82B15A7A0977}" type="datetimeFigureOut">
              <a:rPr lang="en-AU" smtClean="0"/>
              <a:t>5/01/2026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5B0ED-A802-216C-2CEF-7588B399D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CEE21-D7DC-C328-6849-4FC88A4CB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7B5B2-0164-45EF-BB16-2DEF6B870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5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C9F8-1651-4E06-C0AC-88E6A4BB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9BC7771-C58C-B303-C1A1-741829F931D8}"/>
              </a:ext>
            </a:extLst>
          </p:cNvPr>
          <p:cNvSpPr txBox="1"/>
          <p:nvPr/>
        </p:nvSpPr>
        <p:spPr>
          <a:xfrm>
            <a:off x="1384495" y="485245"/>
            <a:ext cx="9397609" cy="1003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sz="6000" dirty="0">
                <a:solidFill>
                  <a:srgbClr val="597E9E"/>
                </a:solidFill>
                <a:latin typeface="Britannic Bold" panose="020B0903060703020204" pitchFamily="34" charset="0"/>
                <a:ea typeface="Assertive Display"/>
                <a:cs typeface="Assertive Display"/>
                <a:sym typeface="Assertive Display"/>
              </a:rPr>
              <a:t>2025 RECAP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4EE11A5-716F-8D1F-779D-11AF8BA78499}"/>
              </a:ext>
            </a:extLst>
          </p:cNvPr>
          <p:cNvSpPr/>
          <p:nvPr/>
        </p:nvSpPr>
        <p:spPr>
          <a:xfrm flipH="1">
            <a:off x="6076658" y="2016184"/>
            <a:ext cx="19342" cy="36046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U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D15D512-4943-4E67-87B9-1E9717A39B0E}"/>
              </a:ext>
            </a:extLst>
          </p:cNvPr>
          <p:cNvSpPr txBox="1"/>
          <p:nvPr/>
        </p:nvSpPr>
        <p:spPr>
          <a:xfrm>
            <a:off x="6353666" y="2488137"/>
            <a:ext cx="5408152" cy="57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 DROPPED TRAILER INCIDENTS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F71D450-BA87-D985-DDC1-DFA8E32CE356}"/>
              </a:ext>
            </a:extLst>
          </p:cNvPr>
          <p:cNvSpPr txBox="1"/>
          <p:nvPr/>
        </p:nvSpPr>
        <p:spPr>
          <a:xfrm>
            <a:off x="7809623" y="2395402"/>
            <a:ext cx="2579503" cy="3225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788"/>
              </a:lnSpc>
            </a:pPr>
            <a:r>
              <a:rPr lang="en-US" sz="1913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D844E2-B9A6-BAFE-1401-7049D06D55EF}"/>
              </a:ext>
            </a:extLst>
          </p:cNvPr>
          <p:cNvSpPr txBox="1"/>
          <p:nvPr/>
        </p:nvSpPr>
        <p:spPr>
          <a:xfrm>
            <a:off x="3875736" y="6008540"/>
            <a:ext cx="4440527" cy="497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1"/>
              </a:lnSpc>
              <a:spcBef>
                <a:spcPct val="0"/>
              </a:spcBef>
            </a:pPr>
            <a:r>
              <a:rPr lang="en-US" sz="1437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Reminder</a:t>
            </a:r>
            <a:r>
              <a:rPr lang="en-US" sz="143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DON’T RUSH! Take your time with the process to ensure everything is done correctly.</a:t>
            </a:r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F2E25A2D-DE1D-7C23-7ED6-6995B9A39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6172200"/>
            <a:ext cx="2650671" cy="685956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94D6E4B-CA14-66B1-895C-1DD4EA1629E3}"/>
              </a:ext>
            </a:extLst>
          </p:cNvPr>
          <p:cNvSpPr txBox="1"/>
          <p:nvPr/>
        </p:nvSpPr>
        <p:spPr>
          <a:xfrm>
            <a:off x="307634" y="2488137"/>
            <a:ext cx="5542958" cy="579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 COUPLING RELATED INCIDENTS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733F2D96-46DA-0B22-BE31-C0E5981F5FCB}"/>
              </a:ext>
            </a:extLst>
          </p:cNvPr>
          <p:cNvSpPr txBox="1"/>
          <p:nvPr/>
        </p:nvSpPr>
        <p:spPr>
          <a:xfrm>
            <a:off x="1675762" y="2395402"/>
            <a:ext cx="2747615" cy="3225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788"/>
              </a:lnSpc>
            </a:pPr>
            <a:r>
              <a:rPr lang="en-US" sz="1913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37</a:t>
            </a: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2E744D7-1C02-58D6-5AAE-F5FD2F816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495" y="331463"/>
            <a:ext cx="1564361" cy="1564361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2DB9520-8701-832A-6268-3E188A4B1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3144" y="204932"/>
            <a:ext cx="1564361" cy="1564361"/>
          </a:xfrm>
          <a:prstGeom prst="rect">
            <a:avLst/>
          </a:prstGeom>
        </p:spPr>
      </p:pic>
      <p:pic>
        <p:nvPicPr>
          <p:cNvPr id="26" name="Picture 25" descr="A white recap with black text and numbers&#10;&#10;AI-generated content may be incorrect.">
            <a:extLst>
              <a:ext uri="{FF2B5EF4-FFF2-40B4-BE49-F238E27FC236}">
                <a16:creationId xmlns:a16="http://schemas.microsoft.com/office/drawing/2014/main" id="{8C9AB9B1-96C5-C0A6-7C10-9A41BACF49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6031"/>
            <a:ext cx="12192000" cy="680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8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E9C-F699-47A2-145C-EFF60FB6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A58E543-548F-201A-3DFD-2D16873EEFCE}"/>
              </a:ext>
            </a:extLst>
          </p:cNvPr>
          <p:cNvSpPr txBox="1"/>
          <p:nvPr/>
        </p:nvSpPr>
        <p:spPr>
          <a:xfrm>
            <a:off x="520700" y="336901"/>
            <a:ext cx="11099800" cy="956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sz="4400" dirty="0">
                <a:solidFill>
                  <a:srgbClr val="000000"/>
                </a:solidFill>
                <a:latin typeface="Britannic Bold" panose="020B0903060703020204" pitchFamily="34" charset="0"/>
                <a:ea typeface="Assertive Display"/>
                <a:cs typeface="Assertive Display"/>
                <a:sym typeface="Assertive Display"/>
              </a:rPr>
              <a:t>TRAILER REFUELLING</a:t>
            </a:r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E011306D-647C-4BBE-BE55-7E5BE8D81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6172200"/>
            <a:ext cx="2650671" cy="685956"/>
          </a:xfrm>
          <a:prstGeom prst="rect">
            <a:avLst/>
          </a:prstGeom>
        </p:spPr>
      </p:pic>
      <p:pic>
        <p:nvPicPr>
          <p:cNvPr id="8" name="Graphic 7" descr="Siren outline">
            <a:extLst>
              <a:ext uri="{FF2B5EF4-FFF2-40B4-BE49-F238E27FC236}">
                <a16:creationId xmlns:a16="http://schemas.microsoft.com/office/drawing/2014/main" id="{28F6CABC-7B3A-8697-FE5F-F3EB40F1E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0329" y="1452259"/>
            <a:ext cx="1880543" cy="1880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8888CD-4353-42F6-0BEA-B691D2271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51" y="2121720"/>
            <a:ext cx="9573584" cy="280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3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32643-F10B-0557-294E-99FBED8E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ng shot of a hallway&#10;&#10;Description automatically generated">
            <a:extLst>
              <a:ext uri="{FF2B5EF4-FFF2-40B4-BE49-F238E27FC236}">
                <a16:creationId xmlns:a16="http://schemas.microsoft.com/office/drawing/2014/main" id="{91B6BBAC-D54E-021A-E352-BBF6032EA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4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91E1B-EA69-9DD0-BDB1-90944650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75A9633-84A1-A4CF-BCC9-354B6E8DAA8F}"/>
              </a:ext>
            </a:extLst>
          </p:cNvPr>
          <p:cNvSpPr txBox="1"/>
          <p:nvPr/>
        </p:nvSpPr>
        <p:spPr>
          <a:xfrm>
            <a:off x="940309" y="1469320"/>
            <a:ext cx="10311380" cy="102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sz="6600" dirty="0">
                <a:solidFill>
                  <a:srgbClr val="000000"/>
                </a:solidFill>
                <a:latin typeface="Britannic Bold" panose="020B0903060703020204" pitchFamily="34" charset="0"/>
                <a:ea typeface="Assertive Display"/>
                <a:cs typeface="Assertive Display"/>
                <a:sym typeface="Assertive Display"/>
              </a:rPr>
              <a:t>REFER A MATE! </a:t>
            </a:r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2133BAC3-AB2D-E827-77D9-9C7BF69E5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6172200"/>
            <a:ext cx="2650671" cy="685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9B24AD-79AA-82C5-F5AF-C32CAAD22BAB}"/>
              </a:ext>
            </a:extLst>
          </p:cNvPr>
          <p:cNvSpPr txBox="1"/>
          <p:nvPr/>
        </p:nvSpPr>
        <p:spPr>
          <a:xfrm>
            <a:off x="2260542" y="3536251"/>
            <a:ext cx="7670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We’re actively hiring for all depots – please let us know if you know anyone that could be great for the role! </a:t>
            </a:r>
          </a:p>
        </p:txBody>
      </p:sp>
    </p:spTree>
    <p:extLst>
      <p:ext uri="{BB962C8B-B14F-4D97-AF65-F5344CB8AC3E}">
        <p14:creationId xmlns:p14="http://schemas.microsoft.com/office/powerpoint/2010/main" val="31513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61</Words>
  <Application>Microsoft Office PowerPoint</Application>
  <PresentationFormat>Widescreen</PresentationFormat>
  <Paragraphs>12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Britannic Bold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Costigan</dc:creator>
  <cp:lastModifiedBy>Emily Costigan</cp:lastModifiedBy>
  <cp:revision>24</cp:revision>
  <dcterms:created xsi:type="dcterms:W3CDTF">2024-11-13T02:48:14Z</dcterms:created>
  <dcterms:modified xsi:type="dcterms:W3CDTF">2026-01-05T00:43:21Z</dcterms:modified>
</cp:coreProperties>
</file>